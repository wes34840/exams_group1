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7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228CB9-3E5B-496C-7C43-B211D6CF6F1C}" v="1" dt="2026-05-22T06:55:06.849"/>
    <p1510:client id="{FBCCDD0B-BF4D-7C9A-05E1-27FCE6E6275F}" v="231" dt="2026-05-21T11:34:51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Изображение пина-истории">
            <a:extLst>
              <a:ext uri="{FF2B5EF4-FFF2-40B4-BE49-F238E27FC236}">
                <a16:creationId xmlns:a16="http://schemas.microsoft.com/office/drawing/2014/main" id="{E3BC6D0B-A302-860F-5D85-75A9198B55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 rot="-5400000">
            <a:off x="2667000" y="-2666999"/>
            <a:ext cx="6857999" cy="12192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DE" b="1" u="sng">
                <a:solidFill>
                  <a:srgbClr val="FFFFFF"/>
                </a:solidFill>
                <a:latin typeface="Garamond"/>
              </a:rPr>
              <a:t>Echo Protocol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>
                <a:solidFill>
                  <a:srgbClr val="FFFFFF"/>
                </a:solidFill>
                <a:latin typeface="Garamond"/>
              </a:rPr>
              <a:t>Eindexamen</a:t>
            </a:r>
            <a:r>
              <a:rPr lang="de-DE" dirty="0">
                <a:solidFill>
                  <a:srgbClr val="FFFFFF"/>
                </a:solidFill>
                <a:latin typeface="Garamond"/>
              </a:rPr>
              <a:t> Mediacollege Amsterdam 2026 – Linx Interactive</a:t>
            </a:r>
          </a:p>
          <a:p>
            <a:r>
              <a:rPr lang="de-DE" b="1">
                <a:solidFill>
                  <a:srgbClr val="FFFFFF"/>
                </a:solidFill>
                <a:latin typeface="Garamond"/>
              </a:rPr>
              <a:t>Sprint 3</a:t>
            </a:r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5BF0C-E317-60C0-5794-CE3EF25E4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653A15F-24FF-1E29-D749-382FDC064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439287" y="-2733367"/>
            <a:ext cx="7018457" cy="125049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7173F5-2F17-463A-73D3-6E8DF075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>
                <a:solidFill>
                  <a:srgbClr val="000000"/>
                </a:solidFill>
                <a:latin typeface="Garamond"/>
              </a:rPr>
              <a:t>Onze</a:t>
            </a:r>
            <a:r>
              <a:rPr lang="en-US" b="1" u="sng" dirty="0">
                <a:solidFill>
                  <a:srgbClr val="000000"/>
                </a:solidFill>
                <a:latin typeface="Garamond"/>
              </a:rPr>
              <a:t> Sprint 3 </a:t>
            </a:r>
            <a:r>
              <a:rPr lang="en-US" b="1" u="sng" dirty="0" err="1">
                <a:solidFill>
                  <a:srgbClr val="000000"/>
                </a:solidFill>
                <a:latin typeface="Garamond"/>
              </a:rPr>
              <a:t>werkzaamheden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2CE46-2260-1915-E433-85FC69F2F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 err="1">
                <a:latin typeface="Garamond"/>
              </a:rPr>
              <a:t>Missende</a:t>
            </a:r>
            <a:r>
              <a:rPr lang="en-US" dirty="0">
                <a:latin typeface="Garamond"/>
              </a:rPr>
              <a:t> UI </a:t>
            </a:r>
            <a:r>
              <a:rPr lang="en-US" dirty="0" err="1">
                <a:latin typeface="Garamond"/>
              </a:rPr>
              <a:t>elementen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gemaakt</a:t>
            </a:r>
          </a:p>
          <a:p>
            <a:r>
              <a:rPr lang="en-US" dirty="0">
                <a:latin typeface="Garamond"/>
              </a:rPr>
              <a:t>De </a:t>
            </a:r>
            <a:r>
              <a:rPr lang="en-US" dirty="0" err="1">
                <a:latin typeface="Garamond"/>
              </a:rPr>
              <a:t>laatste</a:t>
            </a:r>
            <a:r>
              <a:rPr lang="en-US" dirty="0">
                <a:latin typeface="Garamond"/>
              </a:rPr>
              <a:t> models </a:t>
            </a:r>
            <a:r>
              <a:rPr lang="en-US" dirty="0" err="1">
                <a:latin typeface="Garamond"/>
              </a:rPr>
              <a:t>getextured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en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geanimeerd</a:t>
            </a:r>
          </a:p>
          <a:p>
            <a:r>
              <a:rPr lang="en-US" dirty="0">
                <a:latin typeface="Garamond"/>
              </a:rPr>
              <a:t>De Boss in </a:t>
            </a:r>
            <a:r>
              <a:rPr lang="en-US" dirty="0" err="1">
                <a:latin typeface="Garamond"/>
              </a:rPr>
              <a:t>elkaar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gezet</a:t>
            </a:r>
          </a:p>
          <a:p>
            <a:r>
              <a:rPr lang="en-US" dirty="0" err="1">
                <a:latin typeface="Garamond"/>
              </a:rPr>
              <a:t>Zorgen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voor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een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speelbare</a:t>
            </a:r>
            <a:r>
              <a:rPr lang="en-US" dirty="0">
                <a:latin typeface="Garamond"/>
              </a:rPr>
              <a:t> build</a:t>
            </a:r>
          </a:p>
          <a:p>
            <a:r>
              <a:rPr lang="en-US" dirty="0">
                <a:latin typeface="Garamond"/>
              </a:rPr>
              <a:t>VFX </a:t>
            </a:r>
            <a:r>
              <a:rPr lang="en-US" dirty="0" err="1">
                <a:latin typeface="Garamond"/>
              </a:rPr>
              <a:t>voor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alles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gemaakt</a:t>
            </a:r>
            <a:endParaRPr lang="en-US" dirty="0">
              <a:latin typeface="Garamond"/>
            </a:endParaRPr>
          </a:p>
          <a:p>
            <a:r>
              <a:rPr lang="en-US" dirty="0" err="1">
                <a:latin typeface="Garamond"/>
              </a:rPr>
              <a:t>Algemene</a:t>
            </a:r>
            <a:r>
              <a:rPr lang="en-US" dirty="0">
                <a:latin typeface="Garamond"/>
              </a:rPr>
              <a:t> polish van alle </a:t>
            </a:r>
            <a:r>
              <a:rPr lang="en-US" dirty="0" err="1">
                <a:latin typeface="Garamond"/>
              </a:rPr>
              <a:t>visuele</a:t>
            </a:r>
            <a:r>
              <a:rPr lang="en-US" dirty="0">
                <a:latin typeface="Garamond"/>
              </a:rPr>
              <a:t> assets</a:t>
            </a:r>
          </a:p>
          <a:p>
            <a:r>
              <a:rPr lang="en-US" dirty="0">
                <a:latin typeface="Garamond"/>
              </a:rPr>
              <a:t>Sound effects </a:t>
            </a:r>
            <a:r>
              <a:rPr lang="en-US" dirty="0" err="1">
                <a:latin typeface="Garamond"/>
              </a:rPr>
              <a:t>en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muziek</a:t>
            </a:r>
            <a:r>
              <a:rPr lang="en-US" dirty="0">
                <a:latin typeface="Garamond"/>
              </a:rPr>
              <a:t> </a:t>
            </a:r>
            <a:r>
              <a:rPr lang="en-US" dirty="0" err="1">
                <a:latin typeface="Garamond"/>
              </a:rPr>
              <a:t>geimplementeerd</a:t>
            </a:r>
          </a:p>
          <a:p>
            <a:r>
              <a:rPr lang="en-US" dirty="0">
                <a:latin typeface="Garamond"/>
              </a:rPr>
              <a:t>De </a:t>
            </a:r>
            <a:r>
              <a:rPr lang="en-US" dirty="0" err="1">
                <a:latin typeface="Garamond"/>
              </a:rPr>
              <a:t>belichting</a:t>
            </a:r>
            <a:r>
              <a:rPr lang="en-US" dirty="0">
                <a:latin typeface="Garamond"/>
              </a:rPr>
              <a:t>, </a:t>
            </a:r>
            <a:r>
              <a:rPr lang="en-US" dirty="0" err="1">
                <a:latin typeface="Garamond"/>
              </a:rPr>
              <a:t>en</a:t>
            </a:r>
            <a:r>
              <a:rPr lang="en-US" dirty="0">
                <a:latin typeface="Garamond"/>
              </a:rPr>
              <a:t> post-processing </a:t>
            </a:r>
            <a:r>
              <a:rPr lang="en-US" dirty="0" err="1">
                <a:latin typeface="Garamond"/>
              </a:rPr>
              <a:t>toegepast</a:t>
            </a:r>
            <a:r>
              <a:rPr lang="en-US" dirty="0">
                <a:latin typeface="Garamond"/>
              </a:rPr>
              <a:t> in de Unreal Scene</a:t>
            </a:r>
          </a:p>
          <a:p>
            <a:r>
              <a:rPr lang="en-US" dirty="0" err="1">
                <a:latin typeface="Garamond"/>
              </a:rPr>
              <a:t>Natuurlijk</a:t>
            </a:r>
            <a:r>
              <a:rPr lang="en-US" dirty="0">
                <a:latin typeface="Garamond"/>
              </a:rPr>
              <a:t>, </a:t>
            </a:r>
            <a:r>
              <a:rPr lang="en-US" dirty="0" err="1">
                <a:latin typeface="Garamond"/>
              </a:rPr>
              <a:t>ge</a:t>
            </a:r>
            <a:r>
              <a:rPr lang="en-US" dirty="0">
                <a:latin typeface="Garamond"/>
              </a:rPr>
              <a:t>-playtest</a:t>
            </a:r>
          </a:p>
          <a:p>
            <a:endParaRPr lang="en-US">
              <a:latin typeface="Garamond"/>
            </a:endParaRPr>
          </a:p>
          <a:p>
            <a:endParaRPr lang="en-US">
              <a:latin typeface="Garamond"/>
            </a:endParaRPr>
          </a:p>
          <a:p>
            <a:pPr marL="0" indent="0">
              <a:buNone/>
            </a:pPr>
            <a:endParaRPr lang="en-US"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67204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7E23E-42EB-C137-53B3-517B4687ED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444"/>
          <a:stretch>
            <a:fillRect/>
          </a:stretch>
        </p:blipFill>
        <p:spPr>
          <a:xfrm rot="-5400000">
            <a:off x="2667000" y="-2666999"/>
            <a:ext cx="6857999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6457A8-74D8-6D21-4747-327DE4A1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err="1">
                <a:latin typeface="Garamond"/>
              </a:rPr>
              <a:t>Vragen</a:t>
            </a:r>
            <a:r>
              <a:rPr lang="en-US" sz="6000">
                <a:latin typeface="Garamond"/>
              </a:rPr>
              <a:t>?</a:t>
            </a:r>
            <a:br>
              <a:rPr lang="en-US" sz="6000"/>
            </a:br>
            <a:endParaRPr lang="en-US" sz="6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480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Kantoorthema</vt:lpstr>
      <vt:lpstr>Echo Protocol</vt:lpstr>
      <vt:lpstr>Onze Sprint 3 werkzaamheden</vt:lpstr>
      <vt:lpstr>Vragen?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43</cp:revision>
  <dcterms:created xsi:type="dcterms:W3CDTF">2026-04-09T07:57:44Z</dcterms:created>
  <dcterms:modified xsi:type="dcterms:W3CDTF">2026-05-22T06:55:24Z</dcterms:modified>
</cp:coreProperties>
</file>